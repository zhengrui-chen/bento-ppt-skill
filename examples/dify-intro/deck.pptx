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238219" cy="209550"/>
          </a:xfrm>
          <a:prstGeom prst="roundRect">
            <a:avLst>
              <a:gd name="adj" fmla="val 50000"/>
            </a:avLst>
          </a:prstGeom>
          <a:solidFill>
            <a:srgbClr val="7C5CFF">
              <a:alpha val="22000"/>
            </a:srgbClr>
          </a:solidFill>
          <a:ln w="6350">
            <a:solidFill>
              <a:srgbClr val="7C5CFF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238219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spc="5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57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514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95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24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19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76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57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86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81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38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19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48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43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800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81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010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2819329" cy="1000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1447763" cy="723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52525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76375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43125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pic>
        <p:nvPicPr>
          <p:cNvPr id="31" name="Picture 30" descr="b0f2e7492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4114800"/>
            <a:ext cx="2781230" cy="14668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