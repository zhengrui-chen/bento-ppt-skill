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4086225"/>
            <a:ext cx="10362940" cy="1647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175" b="1" i="0" spc="300">
                <a:solidFill>
                  <a:srgbClr val="B8654A">
                    <a:alpha val="6999"/>
                  </a:srgbClr>
                </a:solidFill>
                <a:latin typeface="+mn-lt"/>
                <a:ea typeface="+mn-ea"/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+mj-lt"/>
                <a:ea typeface="+mj-ea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895475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+mj-lt"/>
                <a:ea typeface="+mj-ea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571750"/>
            <a:ext cx="1447763" cy="228600"/>
          </a:xfrm>
          <a:prstGeom prst="roundRect">
            <a:avLst>
              <a:gd name="adj" fmla="val 50000"/>
            </a:avLst>
          </a:prstGeom>
          <a:solidFill>
            <a:srgbClr val="B8654A">
              <a:alpha val="22000"/>
            </a:srgbClr>
          </a:solidFill>
          <a:ln w="6350">
            <a:solidFill>
              <a:srgbClr val="B8654A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600325"/>
            <a:ext cx="14477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FFFFFF"/>
                </a:solidFill>
                <a:latin typeface="+mn-lt"/>
                <a:ea typeface="+mn-ea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048000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+mn-lt"/>
                <a:ea typeface="+mn-ea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+mn-lt"/>
                <a:ea typeface="+mn-ea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+mn-lt"/>
                <a:ea typeface="+mn-ea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+mn-lt"/>
                <a:ea typeface="+mn-ea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+mn-lt"/>
                <a:ea typeface="+mn-ea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2160" y="2019300"/>
            <a:ext cx="504812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+mn-lt"/>
                <a:ea typeface="+mn-ea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+mn-lt"/>
                <a:ea typeface="+mn-ea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+mn-lt"/>
                <a:ea typeface="+mn-ea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593" y="2019300"/>
            <a:ext cx="342891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+mn-lt"/>
                <a:ea typeface="+mn-ea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+mn-lt"/>
                <a:ea typeface="+mn-ea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33500"/>
            <a:ext cx="6629234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52600"/>
            <a:ext cx="6629234" cy="3829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+mn-lt"/>
                <a:ea typeface="+mn-ea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+mn-lt"/>
                <a:ea typeface="+mn-ea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6021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38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495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76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04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+mn-lt"/>
                <a:ea typeface="+mn-ea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00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57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38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66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+mn-lt"/>
                <a:ea typeface="+mn-ea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62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19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00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28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+mn-lt"/>
                <a:ea typeface="+mn-ea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24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781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62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3990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+mn-lt"/>
                <a:ea typeface="+mn-ea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4310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+mn-lt"/>
                <a:ea typeface="+mn-ea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+mn-lt"/>
                <a:ea typeface="+mn-ea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+mn-lt"/>
                <a:ea typeface="+mn-ea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+mn-lt"/>
                <a:ea typeface="+mn-ea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+mn-lt"/>
                <a:ea typeface="+mn-ea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150" b="0" i="1">
                <a:solidFill>
                  <a:srgbClr val="1A1815"/>
                </a:solidFill>
                <a:latin typeface="+mj-lt"/>
                <a:ea typeface="+mj-ea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+mn-lt"/>
                <a:ea typeface="+mn-ea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9C9588"/>
                </a:solidFill>
                <a:latin typeface="+mn-lt"/>
                <a:ea typeface="+mn-ea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+mn-lt"/>
                <a:ea typeface="+mn-ea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1800225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+mn-lt"/>
                <a:ea typeface="+mn-ea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2288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+mn-lt"/>
                <a:ea typeface="+mn-ea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+mn-lt"/>
                <a:ea typeface="+mn-ea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+mn-lt"/>
                <a:ea typeface="+mn-ea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+mn-lt"/>
                <a:ea typeface="+mn-ea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+mn-lt"/>
                <a:ea typeface="+mn-ea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9333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811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85900"/>
            <a:ext cx="1036294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150" b="1" i="0">
                <a:solidFill>
                  <a:srgbClr val="1A1815"/>
                </a:solidFill>
                <a:latin typeface="+mj-lt"/>
                <a:ea typeface="+mj-ea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C5548"/>
                </a:solidFill>
                <a:latin typeface="+mn-lt"/>
                <a:ea typeface="+mn-ea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+mn-lt"/>
                <a:ea typeface="+mn-ea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+mn-lt"/>
                <a:ea typeface="+mn-ea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+mn-lt"/>
                <a:ea typeface="+mn-ea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+mn-lt"/>
                <a:ea typeface="+mn-ea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+mn-lt"/>
                <a:ea typeface="+mn-ea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+mn-lt"/>
                <a:ea typeface="+mn-ea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+mn-lt"/>
                <a:ea typeface="+mn-ea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+mn-lt"/>
                <a:ea typeface="+mn-ea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287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1815"/>
                </a:solidFill>
                <a:latin typeface="+mn-lt"/>
                <a:ea typeface="+mn-ea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335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D4956B"/>
                </a:solidFill>
                <a:latin typeface="+mn-lt"/>
                <a:ea typeface="+mn-ea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04950"/>
            <a:ext cx="1600159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+mn-lt"/>
                <a:ea typeface="+mn-ea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+mn-lt"/>
                <a:ea typeface="+mn-ea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9547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+mn-lt"/>
                <a:ea typeface="+mn-ea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9547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+mn-lt"/>
                <a:ea typeface="+mn-ea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+mn-lt"/>
                <a:ea typeface="+mn-ea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界面预览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77" y="4095750"/>
            <a:ext cx="2781230" cy="1485900"/>
          </a:xfrm>
          <a:prstGeom prst="roundRect">
            <a:avLst>
              <a:gd name="adj" fmla="val 5000"/>
            </a:avLst>
          </a:prstGeom>
          <a:solidFill>
            <a:srgbClr val="B8654A">
              <a:alpha val="10000"/>
            </a:srgbClr>
          </a:solidFill>
          <a:ln w="12700">
            <a:solidFill>
              <a:srgbClr val="B8654A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77" y="4724400"/>
            <a:ext cx="278123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C5548"/>
                </a:solidFill>
                <a:latin typeface="+mn-lt"/>
                <a:ea typeface="+mn-ea"/>
              </a:rPr>
              <a:t>Workflow 编排画布概念图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182" y="3848100"/>
            <a:ext cx="6591135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+mn-lt"/>
                <a:ea typeface="+mn-ea"/>
              </a:rPr>
              <a:t>落地案例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182" y="4267200"/>
            <a:ext cx="6591135" cy="1314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+mn-lt"/>
                <a:ea typeface="+mn-ea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+mn-lt"/>
                <a:ea typeface="+mn-ea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+mn-lt"/>
                <a:ea typeface="+mn-e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+mj-lt"/>
                <a:ea typeface="+mj-ea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066925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+mn-lt"/>
                <a:ea typeface="+mn-ea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+mn-lt"/>
                <a:ea typeface="+mn-ea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+mn-lt"/>
                <a:ea typeface="+mn-ea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