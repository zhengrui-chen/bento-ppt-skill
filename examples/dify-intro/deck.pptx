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svg-deck-1.svg" ContentType="image/svg+xml"/>
  <Override PartName="/ppt/media/svg-deck-2.svg" ContentType="image/svg+xml"/>
  <Override PartName="/ppt/media/svg-deck-3.svg" ContentType="image/svg+xml"/>
  <Override PartName="/ppt/media/svg-deck-4.svg" ContentType="image/svg+xml"/>
  <Override PartName="/ppt/media/svg-deck-5.svg" ContentType="image/svg+xml"/>
  <Override PartName="/ppt/media/svg-deck-6.svg" ContentType="image/svg+xml"/>
  <Override PartName="/ppt/media/svg-deck-7.svg" ContentType="image/svg+xml"/>
  <Override PartName="/ppt/media/svg-deck-8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svg-deck-1.sv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svg-deck-2.sv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svg-deck-3.sv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svg-deck-4.sv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svg-deck-5.sv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svg-deck-6.sv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svg-deck-7.sv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svg-deck-8.sv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-cover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-two-col-symmetric-demo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-two-col-asymmetric-demo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4-three-col-demo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-major-minor-demo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6-hero-top-demo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7-mixed-grid-demo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8-end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